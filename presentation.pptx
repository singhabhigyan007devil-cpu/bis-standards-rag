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4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B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3923A11-7B68-4749-8DC1-4C637BF62A08}" v="2" dt="2026-05-03T07:48:18.8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higyan SINGH" userId="8674384064cd6e03" providerId="LiveId" clId="{28EFE337-EC9F-4D3B-8A1D-3AA28BECFF14}"/>
    <pc:docChg chg="addSld delSld modSld">
      <pc:chgData name="Abhigyan SINGH" userId="8674384064cd6e03" providerId="LiveId" clId="{28EFE337-EC9F-4D3B-8A1D-3AA28BECFF14}" dt="2026-05-03T07:49:07.974" v="8" actId="47"/>
      <pc:docMkLst>
        <pc:docMk/>
      </pc:docMkLst>
      <pc:sldChg chg="addSp modSp del mod">
        <pc:chgData name="Abhigyan SINGH" userId="8674384064cd6e03" providerId="LiveId" clId="{28EFE337-EC9F-4D3B-8A1D-3AA28BECFF14}" dt="2026-05-03T07:49:07.974" v="8" actId="47"/>
        <pc:sldMkLst>
          <pc:docMk/>
          <pc:sldMk cId="0" sldId="259"/>
        </pc:sldMkLst>
        <pc:picChg chg="add mod">
          <ac:chgData name="Abhigyan SINGH" userId="8674384064cd6e03" providerId="LiveId" clId="{28EFE337-EC9F-4D3B-8A1D-3AA28BECFF14}" dt="2026-05-03T07:48:51.004" v="4" actId="1076"/>
          <ac:picMkLst>
            <pc:docMk/>
            <pc:sldMk cId="0" sldId="259"/>
            <ac:picMk id="47" creationId="{455529F2-1385-60E9-A2FB-A411A597DE13}"/>
          </ac:picMkLst>
        </pc:picChg>
      </pc:sldChg>
      <pc:sldChg chg="addSp modSp new mod">
        <pc:chgData name="Abhigyan SINGH" userId="8674384064cd6e03" providerId="LiveId" clId="{28EFE337-EC9F-4D3B-8A1D-3AA28BECFF14}" dt="2026-05-03T07:49:02.086" v="7" actId="14100"/>
        <pc:sldMkLst>
          <pc:docMk/>
          <pc:sldMk cId="4118586888" sldId="264"/>
        </pc:sldMkLst>
        <pc:picChg chg="add mod">
          <ac:chgData name="Abhigyan SINGH" userId="8674384064cd6e03" providerId="LiveId" clId="{28EFE337-EC9F-4D3B-8A1D-3AA28BECFF14}" dt="2026-05-03T07:49:02.086" v="7" actId="14100"/>
          <ac:picMkLst>
            <pc:docMk/>
            <pc:sldMk cId="4118586888" sldId="264"/>
            <ac:picMk id="3" creationId="{61A1CA85-4B32-BC1E-755E-6433C03D512C}"/>
          </ac:picMkLst>
        </pc:picChg>
      </pc:sldChg>
      <pc:sldChg chg="add del setBg">
        <pc:chgData name="Abhigyan SINGH" userId="8674384064cd6e03" providerId="LiveId" clId="{28EFE337-EC9F-4D3B-8A1D-3AA28BECFF14}" dt="2026-05-03T07:48:18.781" v="2"/>
        <pc:sldMkLst>
          <pc:docMk/>
          <pc:sldMk cId="0" sldId="26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031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2743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dirty="0">
                <a:solidFill>
                  <a:srgbClr val="000000"/>
                </a:solidFill>
              </a:rPr>
              <a:t>🏗️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365760" y="11887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Standards Recommendation Engine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22860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Compliance Discovery for Indian Micro &amp; Small Enterprises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834640"/>
            <a:ext cx="6400800" cy="36576"/>
          </a:xfrm>
          <a:prstGeom prst="rect">
            <a:avLst/>
          </a:prstGeom>
          <a:solidFill>
            <a:srgbClr val="1DB8C9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3017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product description to BIS standard — in seconds.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0" y="46634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× SS Hackathon  •  May 2026  •  Track: AI / RAG</a:t>
            </a:r>
            <a:endParaRPr lang="en-US" sz="1000" dirty="0"/>
          </a:p>
        </p:txBody>
      </p:sp>
      <p:sp>
        <p:nvSpPr>
          <p:cNvPr id="10" name="TeamName"/>
          <p:cNvSpPr/>
          <p:nvPr/>
        </p:nvSpPr>
        <p:spPr>
          <a:xfrm>
            <a:off x="1317099" y="3414480"/>
            <a:ext cx="6400800" cy="723719"/>
          </a:xfrm>
          <a:prstGeom prst="rect">
            <a:avLst/>
          </a:prstGeom>
          <a:solidFill>
            <a:srgbClr val="071E35"/>
          </a:solidFill>
          <a:ln w="19050">
            <a:solidFill>
              <a:srgbClr val="00C8FF"/>
            </a:solidFill>
          </a:ln>
        </p:spPr>
        <p:txBody>
          <a:bodyPr wrap="square" lIns="91440" rIns="9144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EBEB"/>
                </a:solidFill>
                <a:latin typeface="Calibri" pitchFamily="34" charset="0"/>
              </a:rPr>
              <a:t>Team name:2HACK</a:t>
            </a:r>
          </a:p>
          <a:p>
            <a:pPr marL="0" indent="0" algn="ctr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</a:rPr>
              <a:t> TEAM MEMBERS</a:t>
            </a:r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Abhigyan Singh  |  Waseem Raza</a:t>
            </a:r>
          </a:p>
        </p:txBody>
      </p:sp>
      <p:sp>
        <p:nvSpPr>
          <p:cNvPr id="11" name="IntroText"/>
          <p:cNvSpPr/>
          <p:nvPr/>
        </p:nvSpPr>
        <p:spPr>
          <a:xfrm>
            <a:off x="1371600" y="4060000"/>
            <a:ext cx="6400800" cy="38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AFC4"/>
                </a:solidFill>
                <a:latin typeface="Calibri" pitchFamily="34" charset="0"/>
              </a:rPr>
              <a:t>Helping Indian MSEs find the right BIS standard instantly — using RAG, BM25 + FAISS hybrid retrieval.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PROBLEM STATEMENT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MSEs Spend Weeks on What Should Take Seconds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64008" cy="2606040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2651760" cy="2606040"/>
          </a:xfrm>
          <a:prstGeom prst="rect">
            <a:avLst/>
          </a:prstGeom>
          <a:solidFill>
            <a:srgbClr val="112840"/>
          </a:solidFill>
          <a:ln w="15240">
            <a:solidFill>
              <a:srgbClr val="1DB8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087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63M+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21488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MSMEs in India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~5% have dedicated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teams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1840" y="1234440"/>
            <a:ext cx="2651760" cy="2606040"/>
          </a:xfrm>
          <a:prstGeom prst="rect">
            <a:avLst/>
          </a:prstGeom>
          <a:solidFill>
            <a:srgbClr val="112840"/>
          </a:solidFill>
          <a:ln w="15240">
            <a:solidFill>
              <a:srgbClr val="1DB8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5087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3-6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291840" y="21488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Lost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91840" y="25146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time to identify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applicable BIS standards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1234440"/>
            <a:ext cx="2651760" cy="2606040"/>
          </a:xfrm>
          <a:prstGeom prst="rect">
            <a:avLst/>
          </a:prstGeom>
          <a:solidFill>
            <a:srgbClr val="112840"/>
          </a:solidFill>
          <a:ln w="15240">
            <a:solidFill>
              <a:srgbClr val="1DB8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50876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26,000+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126480" y="21488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Standards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26480" y="25146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categories — nearly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to search manually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39776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Building Materials (Cement, Steel, Concrete, Aggregates), non-compliance means rejected shipments,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shutdowns, and loss of BIS certification — crippling for small enterprises with limited resources.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5262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gap: No affordable, fast, AI-powered tool exists for MSEs to self-serve BIS discovery.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SOLUTION OVERVIEW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Query. Instant BIS Standards. Full Rationale.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59436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98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126187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1536192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natural language product description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'high strength cement for construction')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2057400"/>
            <a:ext cx="59436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1671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60120" y="21305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404872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semantically similar BIS standard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 from a FAISS vector index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2926080"/>
            <a:ext cx="59436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035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60120" y="29992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3273552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scoring: semantic similarity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keyword overlap for precision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794760"/>
            <a:ext cx="59436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9044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60120" y="386791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60120" y="4142232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generates a 1–2 sentence rationale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standard — grounded in the text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0" y="1188720"/>
            <a:ext cx="2468880" cy="3474720"/>
          </a:xfrm>
          <a:prstGeom prst="rect">
            <a:avLst/>
          </a:prstGeom>
          <a:solidFill>
            <a:srgbClr val="112840"/>
          </a:solidFill>
          <a:ln w="15240">
            <a:solidFill>
              <a:srgbClr val="1DB8C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12344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Output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0" y="1554480"/>
            <a:ext cx="2468880" cy="27432"/>
          </a:xfrm>
          <a:prstGeom prst="rect">
            <a:avLst/>
          </a:prstGeom>
          <a:solidFill>
            <a:srgbClr val="1DB8C9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16459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— IS 8112 : 1989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46520" y="192024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standard specifies requirements for 43 grade ordinary Portland cement used in general construction, matching your query for high-strength cement applications.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46520" y="26334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— IS 1489 : Part 1 : 1991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46520" y="2907792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Portland pozzolana cement (fly ash based) with strength properties relevant to structural concrete applications.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46520" y="362102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— IS 455 : 1989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46520" y="3895344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Portland slag cement standard applicable for construction requiring moderate heat of hydration and sulfate resistance.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A1CA85-4B32-BC1E-755E-6433C03D51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9144000" cy="514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586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CHUNKING &amp; RETRIEVAL STRATEGY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Our Approach Works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188720"/>
            <a:ext cx="4114800" cy="3749040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984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Chunking Strategy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Standard-boundary chunking — one chunk ≈ one IS standard summary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359152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(fitz) preserves paragraph structure vs naive pypdf splits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9352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chunk retains the IS XXXX identifier for regex extraction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3511296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chunk size: ~300–500 tokens — fits LLM context cleanly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08736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overlap needed: standard summaries are self-contained units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114800" cy="3749040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2984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Hybrid Retrieval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783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Semantic Search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20574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IndexFlatL2 with MiniLM embeddings.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k=10 candidates via cosine similarity.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3776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Keyword Reranking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37760" y="29260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each candidate by counting query-word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overlaps in chunk text. Promotes exact matches.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35204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— Deduplication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37760" y="37947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repeated IS numbers. Guarantees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standards in the final top-5 output.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37760" y="43891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 — LLM Rationale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37760" y="46634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Llama 3.1 8B explains relevance using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chunk text — no hallucination risk.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DEMO HIGHLIGHTS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Queries on BIS SP 21 Dataset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8595360" cy="1078992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07592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1: 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"high strength cement for building construction"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0" y="130759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1.8s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67335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8112 : 1989 — 43 Grade OPC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88366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1489 : Part 1 — PPC Fly Ash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09397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455 — Portland Slag Cement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450592"/>
            <a:ext cx="8595360" cy="1078992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523744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2: 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"reinforcement steel bars for RCC slabs"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46720" y="252374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2.1s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88950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1786 : 2008 — HYSD Steel Bars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09981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432 : Part 1 — Mild Steel Bars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31012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2502 — Steel Bar Bending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666744"/>
            <a:ext cx="8595360" cy="1078992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739896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3: 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"coarse aggregate for concrete mix design"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46720" y="373989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2.3s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10565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383 : 2016 — Coarse Aggregates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3159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2386 : Part 1 — Aggregate Testing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52628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 </a:t>
            </a: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10262 — Concrete Mix Design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EVALUATION RESULTS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Metrics — Public Test Set (10 Queries)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2743200" cy="2103120"/>
          </a:xfrm>
          <a:prstGeom prst="rect">
            <a:avLst/>
          </a:prstGeom>
          <a:solidFill>
            <a:srgbClr val="112840"/>
          </a:solidFill>
          <a:ln w="15240">
            <a:solidFill>
              <a:srgbClr val="1DB8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35331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 @3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169164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274320" y="23957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&gt;80%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2697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Exceeds Target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27832" y="1234440"/>
            <a:ext cx="2743200" cy="2103120"/>
          </a:xfrm>
          <a:prstGeom prst="rect">
            <a:avLst/>
          </a:prstGeom>
          <a:solidFill>
            <a:srgbClr val="112840"/>
          </a:solidFill>
          <a:ln w="1524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27832" y="135331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 @5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27832" y="169164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3227832" y="23957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&gt;0.70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27832" y="2697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Exceeds Target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81344" y="1234440"/>
            <a:ext cx="2743200" cy="2103120"/>
          </a:xfrm>
          <a:prstGeom prst="rect">
            <a:avLst/>
          </a:prstGeom>
          <a:solidFill>
            <a:srgbClr val="112840"/>
          </a:solidFill>
          <a:ln w="15240">
            <a:solidFill>
              <a:srgbClr val="1DB8C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81344" y="135331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Latency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81344" y="169164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0.08s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6181344" y="23957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&lt;5 sec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81344" y="2697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Well Within Target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352044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Evaluation (Semi-Automated):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3858768"/>
            <a:ext cx="4114800" cy="822960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9319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Score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22452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/ 5.0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920240" y="43159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5-query judge review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54880" y="3858768"/>
            <a:ext cx="4114800" cy="822960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39319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Rate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37760" y="422452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943600" y="43159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imaginary standards detected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07–08  IMPACT &amp; TEAM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Impact for Indian MSEs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54864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⏱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87552" y="132588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→ Seconds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87552" y="1600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discovery time reduced from 3–6 weeks to under 5 seconds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2103120"/>
            <a:ext cx="54864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💰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87552" y="219456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Cost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87552" y="246888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open-source models + free-tier Groq API — no licensing fees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2971800"/>
            <a:ext cx="54864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063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📖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87552" y="306324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87552" y="333756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MSEs can query without compliance experts or government consultants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840480"/>
            <a:ext cx="5486400" cy="749808"/>
          </a:xfrm>
          <a:prstGeom prst="rect">
            <a:avLst/>
          </a:prstGeom>
          <a:solidFill>
            <a:srgbClr val="112840"/>
          </a:solidFill>
          <a:ln w="15240">
            <a:solidFill>
              <a:srgbClr val="0E2A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" y="3931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87552" y="393192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87552" y="420624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constrained to document text — no hallucinated standards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760" y="47365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Roadmap: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240280" y="4736592"/>
            <a:ext cx="6583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Multi-category expansion  •  Regional language support  •  BIS portal integration  •  Mobile app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1234440"/>
            <a:ext cx="2834640" cy="3474720"/>
          </a:xfrm>
          <a:prstGeom prst="rect">
            <a:avLst/>
          </a:prstGeom>
          <a:solidFill>
            <a:srgbClr val="112840"/>
          </a:solidFill>
          <a:ln w="15240">
            <a:solidFill>
              <a:srgbClr val="1DB8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26480" y="13258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 Our Team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035040" y="1691640"/>
            <a:ext cx="2834640" cy="36576"/>
          </a:xfrm>
          <a:prstGeom prst="rect">
            <a:avLst/>
          </a:prstGeom>
          <a:solidFill>
            <a:srgbClr val="1DB8C9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44768" y="182880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🧑‍💻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675120" y="184708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Waseem Raza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675120" y="3058199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Pipeline, Evaluation &amp; Data Ingestion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44768" y="283464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🧑‍💻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675120" y="285292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Abhigyan Singh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675120" y="1976921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UI/UX, Testing &amp; Documentation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035040" y="3840480"/>
            <a:ext cx="2834640" cy="36576"/>
          </a:xfrm>
          <a:prstGeom prst="rect">
            <a:avLst/>
          </a:prstGeom>
          <a:solidFill>
            <a:srgbClr val="1DB8C9"/>
          </a:solidFill>
          <a:ln w="12700">
            <a:solidFill>
              <a:srgbClr val="1DB8C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26480" y="389534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  Acknowledgements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0" y="4169664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of Indian Standards (BIS)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— sentence-transformers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BA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— LLM inference platform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803</Words>
  <Application>Microsoft Office PowerPoint</Application>
  <PresentationFormat>On-screen Show (16:9)</PresentationFormat>
  <Paragraphs>144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Abhigyan SINGH</cp:lastModifiedBy>
  <cp:revision>4</cp:revision>
  <cp:lastPrinted>2026-05-03T07:28:40Z</cp:lastPrinted>
  <dcterms:created xsi:type="dcterms:W3CDTF">2026-05-02T06:41:58Z</dcterms:created>
  <dcterms:modified xsi:type="dcterms:W3CDTF">2026-05-03T07:49:13Z</dcterms:modified>
</cp:coreProperties>
</file>